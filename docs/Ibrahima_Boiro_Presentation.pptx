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45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913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0526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727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9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698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454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22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90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993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904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5995B-4F8E-4E71-BCE6-6D7B89414141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FC2CD-50F8-40EE-9EA2-C0CB38088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758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8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endParaRPr lang="fr-FR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Plateforme de mise en relation entre freelances africains et entreprises</a:t>
            </a:r>
          </a:p>
          <a:p>
            <a:r>
              <a:rPr lang="fr-FR" b="1" dirty="0" smtClean="0"/>
              <a:t>Présenté par :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Ibrahima </a:t>
            </a:r>
            <a:r>
              <a:rPr lang="fr-FR" dirty="0" err="1" smtClean="0"/>
              <a:t>Boiro</a:t>
            </a:r>
            <a:endParaRPr lang="fr-FR" dirty="0" smtClean="0"/>
          </a:p>
          <a:p>
            <a:r>
              <a:rPr lang="fr-FR" b="1" dirty="0" smtClean="0"/>
              <a:t>Technologies :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HTML5 • CSS3 • </a:t>
            </a:r>
            <a:r>
              <a:rPr lang="fr-FR" dirty="0" err="1" smtClean="0"/>
              <a:t>Bootstrap</a:t>
            </a:r>
            <a:r>
              <a:rPr lang="fr-FR" dirty="0" smtClean="0"/>
              <a:t> 5 • JavaScript et Font </a:t>
            </a:r>
            <a:r>
              <a:rPr lang="fr-FR" dirty="0" err="1" smtClean="0"/>
              <a:t>Awosome</a:t>
            </a:r>
            <a:endParaRPr lang="fr-FR" dirty="0" smtClean="0"/>
          </a:p>
          <a:p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30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Contexte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 smtClean="0">
                <a:solidFill>
                  <a:srgbClr val="FF0000"/>
                </a:solidFill>
              </a:rPr>
              <a:t>Pourquoi </a:t>
            </a:r>
            <a:r>
              <a:rPr lang="fr-FR" b="1" dirty="0" err="1" smtClean="0">
                <a:solidFill>
                  <a:srgbClr val="FF0000"/>
                </a:solidFill>
              </a:rPr>
              <a:t>AfriTalent</a:t>
            </a:r>
            <a:r>
              <a:rPr lang="fr-FR" b="1" dirty="0" smtClean="0">
                <a:solidFill>
                  <a:srgbClr val="FF0000"/>
                </a:solidFill>
              </a:rPr>
              <a:t> ?</a:t>
            </a:r>
          </a:p>
          <a:p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est une plateforme web développée pour faciliter la mise en relation entre les freelances africains et les entreprises recherchant des compétences dans le domaine du numérique.</a:t>
            </a:r>
          </a:p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Aujourd'hui, de nombreux développeurs, designers et spécialistes du marketing disposent d'excellentes compétences mais rencontrent des difficultés pour trouver des clients. À l'inverse, les entreprises ont parfois du mal à identifier rapidement des profils qualifiés.</a:t>
            </a:r>
          </a:p>
          <a:p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propose une solution simple, intuitive et moderne permettant de rapprocher ces deux acteurs.</a:t>
            </a:r>
          </a:p>
          <a:p>
            <a:pPr marL="0" indent="0"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50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Objectifs du projet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Connecter les freelances africains aux entreprises.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Faciliter la recherche de compétences.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Offrir une interface moderne et responsive.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Mettre en pratique les compétences acquises en développement web. 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70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DU SITE</a:t>
            </a:r>
            <a:endParaRPr lang="fr-FR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Espace réservé pour une image  13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" t="-588" r="1691" b="380"/>
          <a:stretch/>
        </p:blipFill>
        <p:spPr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Espace réservé du contenu 2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fr-F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projet est organisé autour de cinq pages principales :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Accueil (index.html)</a:t>
            </a:r>
          </a:p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générale de la plateforme avec :</a:t>
            </a:r>
          </a:p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 image principale, </a:t>
            </a:r>
          </a:p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statistiques animées, </a:t>
            </a:r>
          </a:p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témoignages, </a:t>
            </a:r>
          </a:p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principaux appels à l'action.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41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DU SITE</a:t>
            </a:r>
            <a:endParaRPr lang="fr-FR" sz="28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fr-FR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Freelances </a:t>
            </a:r>
          </a:p>
          <a:p>
            <a:r>
              <a:rPr lang="fr-FR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Liste des freelances </a:t>
            </a:r>
          </a:p>
          <a:p>
            <a:r>
              <a:rPr lang="fr-FR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Filtrage dynamique par catégorie </a:t>
            </a:r>
          </a:p>
          <a:p>
            <a:r>
              <a:rPr lang="fr-FR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Consultation des profils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Espace réservé pour une image 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186" y="1025237"/>
            <a:ext cx="6987927" cy="4221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914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DU SITE</a:t>
            </a:r>
            <a:endParaRPr lang="fr-FR" sz="2400" b="1" dirty="0"/>
          </a:p>
        </p:txBody>
      </p:sp>
      <p:pic>
        <p:nvPicPr>
          <p:cNvPr id="5" name="Espace réservé pour une image 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" t="2012" r="1080" b="-9138"/>
          <a:stretch/>
        </p:blipFill>
        <p:spPr>
          <a:xfrm>
            <a:off x="4461164" y="1070551"/>
            <a:ext cx="7387503" cy="58332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Tarifs (tarifs.html)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des différentes offres 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Comparaison des formules 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Mise en avant des avantages de chaque abonnement 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Bouton permettant de choisir une offre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52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DU SITE</a:t>
            </a:r>
            <a:endParaRPr lang="fr-FR" sz="2800" dirty="0"/>
          </a:p>
        </p:txBody>
      </p:sp>
      <p:pic>
        <p:nvPicPr>
          <p:cNvPr id="5" name="Espace réservé pour une image 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" t="172" r="14097"/>
          <a:stretch/>
        </p:blipFill>
        <p:spPr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propos (about.html)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Histoire d'</a:t>
            </a:r>
            <a:r>
              <a:rPr lang="fr-FR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Mission et vision 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Valeurs de la plateforme 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Chiffres clés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669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DU SITE</a:t>
            </a:r>
            <a:endParaRPr lang="fr-FR" sz="2800" dirty="0"/>
          </a:p>
        </p:txBody>
      </p:sp>
      <p:pic>
        <p:nvPicPr>
          <p:cNvPr id="5" name="Espace réservé pour une image 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" t="2748" r="26495"/>
          <a:stretch/>
        </p:blipFill>
        <p:spPr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Contact (contact.html)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Formulaire de contact 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JavaScript </a:t>
            </a:r>
          </a:p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 de confirmation après l'envoi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3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UTILISÉES</a:t>
            </a:r>
            <a:r>
              <a:rPr lang="fr-FR" sz="3100" b="1" dirty="0" smtClean="0"/>
              <a:t/>
            </a:r>
            <a:br>
              <a:rPr lang="fr-FR" sz="3100" b="1" dirty="0" smtClean="0"/>
            </a:br>
            <a:r>
              <a:rPr lang="fr-FR" b="1" dirty="0" smtClean="0"/>
              <a:t/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916961"/>
            <a:ext cx="868923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est utilisé pour créer la structure des différentes pages du site.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 permet d'organiser le contenu à l'aide de balises telles que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&lt;header&gt;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&lt;section&gt;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footer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47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b="1" dirty="0" smtClean="0"/>
          </a:p>
          <a:p>
            <a:pPr marL="0" indent="0">
              <a:buNone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 est utilisé pour personnaliser l'apparence du site.</a:t>
            </a:r>
          </a:p>
          <a:p>
            <a:pPr marL="0" indent="0">
              <a:buNone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 permet notamment :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gérer les couleurs,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polices,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espacements,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animations, </a:t>
            </a:r>
          </a:p>
        </p:txBody>
      </p:sp>
    </p:spTree>
    <p:extLst>
      <p:ext uri="{BB962C8B-B14F-4D97-AF65-F5344CB8AC3E}">
        <p14:creationId xmlns:p14="http://schemas.microsoft.com/office/powerpoint/2010/main" val="64535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fr-FR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endParaRPr lang="fr-FR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</a:p>
          <a:p>
            <a:pPr marL="0" indent="0">
              <a:buNone/>
            </a:pP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facilite :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responsive design,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création des grilles,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composants modernes,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boutons,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formulaires. 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51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fr-FR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0" indent="0">
              <a:buNone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apporte de l'interactivité au site grâce :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aux compteurs animés,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 filtrage dynamique,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la validation du formulaire,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aux animations lors du défilement.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61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Charte graphique d'</a:t>
            </a:r>
            <a:r>
              <a:rPr lang="fr-FR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charte graphique d'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été conçue pour transmettre une image 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professionnelle, moderne et rassurante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Les couleurs choisies reflètent les valeurs de la plateforme : confiance, innovation et simplicité.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srgbClr val="0070C0"/>
                </a:solidFill>
              </a:rPr>
              <a:t>Bleu </a:t>
            </a:r>
            <a:r>
              <a:rPr lang="fr-FR" sz="1800" dirty="0" err="1" smtClean="0">
                <a:solidFill>
                  <a:srgbClr val="0070C0"/>
                </a:solidFill>
              </a:rPr>
              <a:t>principa</a:t>
            </a:r>
            <a:r>
              <a:rPr lang="fr-FR" sz="1800" dirty="0" smtClean="0"/>
              <a:t>		</a:t>
            </a:r>
            <a:r>
              <a:rPr lang="fr-FR" sz="1800" dirty="0">
                <a:solidFill>
                  <a:srgbClr val="FF0000"/>
                </a:solidFill>
              </a:rPr>
              <a:t>#</a:t>
            </a:r>
            <a:r>
              <a:rPr lang="fr-FR" sz="1800" dirty="0" smtClean="0">
                <a:solidFill>
                  <a:srgbClr val="FF0000"/>
                </a:solidFill>
              </a:rPr>
              <a:t>2563eb	</a:t>
            </a:r>
            <a:r>
              <a:rPr lang="fr-FR" sz="1800" dirty="0" smtClean="0"/>
              <a:t>		Inspire la confiance, le                   </a:t>
            </a:r>
          </a:p>
          <a:p>
            <a:pPr marL="0" indent="0">
              <a:buNone/>
            </a:pPr>
            <a:r>
              <a:rPr lang="fr-FR" sz="1800" dirty="0" smtClean="0"/>
              <a:t>						professionnalisme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schemeClr val="tx2">
                    <a:lumMod val="75000"/>
                  </a:schemeClr>
                </a:solidFill>
              </a:rPr>
              <a:t>Couleur secondaire</a:t>
            </a:r>
            <a:r>
              <a:rPr lang="fr-FR" sz="1800" dirty="0" smtClean="0"/>
              <a:t>		</a:t>
            </a:r>
            <a:r>
              <a:rPr lang="fr-FR" sz="1800" dirty="0">
                <a:solidFill>
                  <a:srgbClr val="FF0000"/>
                </a:solidFill>
              </a:rPr>
              <a:t>#</a:t>
            </a:r>
            <a:r>
              <a:rPr lang="fr-FR" sz="1800" dirty="0" smtClean="0">
                <a:solidFill>
                  <a:srgbClr val="FF0000"/>
                </a:solidFill>
              </a:rPr>
              <a:t>0f172a</a:t>
            </a:r>
            <a:r>
              <a:rPr lang="fr-FR" sz="1800" dirty="0" smtClean="0"/>
              <a:t>                                      et la sécurité.</a:t>
            </a:r>
          </a:p>
          <a:p>
            <a:pPr marL="0" indent="0">
              <a:buNone/>
            </a:pPr>
            <a:endParaRPr lang="fr-F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029392"/>
              </p:ext>
            </p:extLst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r>
                        <a:rPr lang="fr-FR" dirty="0" smtClean="0"/>
                        <a:t>Couleur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Signification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78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réalisation d'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m'a permis de mettre en pratique les connaissances acquises durant la formation en développant une plateforme web complète.</a:t>
            </a:r>
          </a:p>
          <a:p>
            <a:pPr marL="0" indent="0">
              <a:buNone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 projet m'a également appris à créer une interface moderne, responsive et interactive tout en utilisant les bonnes pratiques du développement web.</a:t>
            </a:r>
          </a:p>
          <a:p>
            <a:pPr marL="0" indent="0">
              <a:buNone/>
            </a:pP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Merci pour votre attention</a:t>
            </a:r>
            <a:r>
              <a:rPr lang="fr-FR" b="1" dirty="0" smtClean="0"/>
              <a:t>.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175130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474</Words>
  <Application>Microsoft Office PowerPoint</Application>
  <PresentationFormat>Grand écran</PresentationFormat>
  <Paragraphs>94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Thème Office</vt:lpstr>
      <vt:lpstr>AfriTalent</vt:lpstr>
      <vt:lpstr>Contexte</vt:lpstr>
      <vt:lpstr>Objectifs du projet</vt:lpstr>
      <vt:lpstr>STRUCTURE DU SITE</vt:lpstr>
      <vt:lpstr>STRUCTURE DU SITE</vt:lpstr>
      <vt:lpstr>STRUCTURE DU SITE</vt:lpstr>
      <vt:lpstr>STRUCTURE DU SITE</vt:lpstr>
      <vt:lpstr>STRUCTURE DU SITE</vt:lpstr>
      <vt:lpstr>TECHNOLOGIES UTILISÉES  </vt:lpstr>
      <vt:lpstr>CSS</vt:lpstr>
      <vt:lpstr>Bootstrap 5</vt:lpstr>
      <vt:lpstr>JavaScript</vt:lpstr>
      <vt:lpstr>Charte graphique d'AfriTalent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</dc:title>
  <dc:creator>Compte Microsoft</dc:creator>
  <cp:lastModifiedBy>Compte Microsoft</cp:lastModifiedBy>
  <cp:revision>8</cp:revision>
  <dcterms:created xsi:type="dcterms:W3CDTF">2026-06-23T14:59:21Z</dcterms:created>
  <dcterms:modified xsi:type="dcterms:W3CDTF">2026-06-23T15:58:09Z</dcterms:modified>
</cp:coreProperties>
</file>