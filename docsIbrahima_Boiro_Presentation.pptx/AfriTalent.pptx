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7E65533A-CFA5-4499-86B9-C98DFD620B7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76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01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31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55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25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584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37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7805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09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37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54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7E38E-DCE7-47D2-9A63-A1C42FB17911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EE6F3-2152-4C7C-993A-CB303E3554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74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/>
              <a:t>AfriTalent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Plateforme de mise en relation entre freelances et entreprises</a:t>
            </a:r>
          </a:p>
          <a:p>
            <a:endParaRPr lang="fr-FR" dirty="0"/>
          </a:p>
          <a:p>
            <a:r>
              <a:rPr lang="fr-FR" dirty="0" smtClean="0"/>
              <a:t>Présenté par : </a:t>
            </a:r>
            <a:r>
              <a:rPr lang="fr-FR" i="1" dirty="0" smtClean="0"/>
              <a:t>Ibrahima BOIRO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Projet de développement web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327" y="661991"/>
            <a:ext cx="6258309" cy="29124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3667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err="1" smtClean="0"/>
              <a:t>AfriTalent</a:t>
            </a:r>
            <a:r>
              <a:rPr lang="fr-FR" dirty="0" smtClean="0"/>
              <a:t> est une plateforme web qui connecte les freelances africains aux entreprises qui recherchent des compétences digitales.</a:t>
            </a:r>
          </a:p>
          <a:p>
            <a:pPr marL="0" indent="0">
              <a:buNone/>
            </a:pPr>
            <a:r>
              <a:rPr lang="fr-FR" dirty="0" smtClean="0"/>
              <a:t>Elle facilite la mise en relation rapide et efficace.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651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OBJECTIF</a:t>
            </a:r>
            <a:endParaRPr lang="fr-FR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fr-FR" smtClean="0"/>
              <a:t>Connecter freelances et entreprises </a:t>
            </a:r>
          </a:p>
          <a:p>
            <a:pPr lvl="0"/>
            <a:r>
              <a:rPr lang="fr-FR" altLang="fr-FR" smtClean="0"/>
              <a:t>Permettre un accès rapide aux talents </a:t>
            </a:r>
          </a:p>
          <a:p>
            <a:pPr lvl="0"/>
            <a:r>
              <a:rPr lang="fr-FR" altLang="fr-FR" smtClean="0"/>
              <a:t>Développer une plateforme moderne </a:t>
            </a:r>
            <a:endParaRPr lang="fr-FR" altLang="fr-FR" dirty="0" smtClean="0"/>
          </a:p>
        </p:txBody>
      </p:sp>
    </p:spTree>
    <p:extLst>
      <p:ext uri="{BB962C8B-B14F-4D97-AF65-F5344CB8AC3E}">
        <p14:creationId xmlns:p14="http://schemas.microsoft.com/office/powerpoint/2010/main" val="177556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FONCTIONNALITÉS</a:t>
            </a:r>
            <a:endParaRPr lang="fr-F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fr-FR" altLang="fr-FR" dirty="0" smtClean="0"/>
          </a:p>
          <a:p>
            <a:pPr lvl="0"/>
            <a:r>
              <a:rPr lang="fr-FR" altLang="fr-FR" dirty="0" smtClean="0"/>
              <a:t>Catalogue de freelances </a:t>
            </a:r>
          </a:p>
          <a:p>
            <a:pPr lvl="0"/>
            <a:r>
              <a:rPr lang="fr-FR" altLang="fr-FR" dirty="0" smtClean="0"/>
              <a:t>Filtrage par catégorie (JS) </a:t>
            </a:r>
          </a:p>
          <a:p>
            <a:pPr lvl="0"/>
            <a:r>
              <a:rPr lang="fr-FR" altLang="fr-FR" dirty="0" smtClean="0"/>
              <a:t>Formulaire de contact avec validation </a:t>
            </a:r>
          </a:p>
          <a:p>
            <a:pPr lvl="0"/>
            <a:r>
              <a:rPr lang="fr-FR" altLang="fr-FR" dirty="0" smtClean="0"/>
              <a:t>Compteurs animés </a:t>
            </a:r>
          </a:p>
          <a:p>
            <a:pPr lvl="0"/>
            <a:r>
              <a:rPr lang="fr-FR" altLang="fr-FR" dirty="0" smtClean="0"/>
              <a:t>Témoignages </a:t>
            </a:r>
          </a:p>
          <a:p>
            <a:pPr lvl="0"/>
            <a:r>
              <a:rPr lang="fr-FR" altLang="fr-FR" dirty="0" smtClean="0"/>
              <a:t>Design responsive </a:t>
            </a:r>
          </a:p>
        </p:txBody>
      </p:sp>
    </p:spTree>
    <p:extLst>
      <p:ext uri="{BB962C8B-B14F-4D97-AF65-F5344CB8AC3E}">
        <p14:creationId xmlns:p14="http://schemas.microsoft.com/office/powerpoint/2010/main" val="23985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TECHNOLOGIES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mtClean="0"/>
              <a:t>HTML5 </a:t>
            </a:r>
          </a:p>
          <a:p>
            <a:r>
              <a:rPr lang="fr-FR" smtClean="0"/>
              <a:t>CSS3 </a:t>
            </a:r>
          </a:p>
          <a:p>
            <a:r>
              <a:rPr lang="fr-FR" smtClean="0"/>
              <a:t>Bootstrap 5 </a:t>
            </a:r>
          </a:p>
          <a:p>
            <a:r>
              <a:rPr lang="fr-FR" smtClean="0"/>
              <a:t>JavaScript </a:t>
            </a:r>
          </a:p>
          <a:p>
            <a:r>
              <a:rPr lang="fr-FR" smtClean="0"/>
              <a:t>Font-awosome pour les icones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106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CHARTE GRAPHIQUE AFRITALENT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smtClean="0"/>
              <a:t>Couleur principale (</a:t>
            </a:r>
            <a:r>
              <a:rPr lang="fr-FR" smtClean="0">
                <a:solidFill>
                  <a:schemeClr val="accent5"/>
                </a:solidFill>
              </a:rPr>
              <a:t>Bleu</a:t>
            </a:r>
            <a:r>
              <a:rPr lang="fr-FR" smtClean="0"/>
              <a:t> ) #1E3A8A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mtClean="0"/>
              <a:t>Inspire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mtClean="0"/>
              <a:t>Confiance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mtClean="0"/>
              <a:t>Sérieux</a:t>
            </a:r>
          </a:p>
          <a:p>
            <a:pPr marL="0" indent="0">
              <a:buNone/>
            </a:pPr>
            <a:r>
              <a:rPr lang="fr-FR" smtClean="0"/>
              <a:t>(très utilisé en tech et plateformes pro)</a:t>
            </a:r>
            <a:br>
              <a:rPr lang="fr-FR" smtClean="0"/>
            </a:br>
            <a:r>
              <a:rPr lang="fr-FR" smtClean="0"/>
              <a:t>donne une image stable et professionnelle</a:t>
            </a:r>
          </a:p>
          <a:p>
            <a:pPr marL="0" indent="0">
              <a:buNone/>
            </a:pPr>
            <a:r>
              <a:rPr lang="fr-FR" smtClean="0">
                <a:solidFill>
                  <a:srgbClr val="FF0000"/>
                </a:solidFill>
              </a:rPr>
              <a:t>Un fond blanc #FFFFFF</a:t>
            </a:r>
          </a:p>
          <a:p>
            <a:pPr marL="0" indent="0">
              <a:buNone/>
            </a:pPr>
            <a:r>
              <a:rPr lang="fr-FR" smtClean="0"/>
              <a:t>Texte principal Noire #111827</a:t>
            </a:r>
            <a:endParaRPr lang="fr-F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51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Une aperçue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La page d’accueil </a:t>
            </a:r>
            <a:endParaRPr lang="fr-FR" dirty="0"/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3147208"/>
            <a:ext cx="5157787" cy="2400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Espace réservé du texte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 smtClean="0"/>
              <a:t>La partie catégorie de service</a:t>
            </a:r>
            <a:endParaRPr lang="fr-FR" dirty="0"/>
          </a:p>
        </p:txBody>
      </p:sp>
      <p:pic>
        <p:nvPicPr>
          <p:cNvPr id="11" name="Espace réservé du contenu 10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62248"/>
            <a:ext cx="5183188" cy="2370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425306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121</Words>
  <Application>Microsoft Office PowerPoint</Application>
  <PresentationFormat>Grand écran</PresentationFormat>
  <Paragraphs>36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Thème Office</vt:lpstr>
      <vt:lpstr>AfriTalent </vt:lpstr>
      <vt:lpstr>INTRODUCTION</vt:lpstr>
      <vt:lpstr>OBJECTIF</vt:lpstr>
      <vt:lpstr>FONCTIONNALITÉS</vt:lpstr>
      <vt:lpstr>TECHNOLOGIES</vt:lpstr>
      <vt:lpstr>CHARTE GRAPHIQUE AFRITALENT</vt:lpstr>
      <vt:lpstr>Une aperçue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Compte Microsoft</dc:creator>
  <cp:lastModifiedBy>Compte Microsoft</cp:lastModifiedBy>
  <cp:revision>4</cp:revision>
  <dcterms:created xsi:type="dcterms:W3CDTF">2026-06-17T00:57:26Z</dcterms:created>
  <dcterms:modified xsi:type="dcterms:W3CDTF">2026-06-17T01:39:21Z</dcterms:modified>
</cp:coreProperties>
</file>